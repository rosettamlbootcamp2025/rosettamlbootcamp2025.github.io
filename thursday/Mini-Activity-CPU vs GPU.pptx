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>
      <p:cViewPr varScale="1">
        <p:scale>
          <a:sx n="157" d="100"/>
          <a:sy n="157" d="100"/>
        </p:scale>
        <p:origin x="512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ca91f5c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ca91f5cd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a91f5cd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a91f5cd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de5db7e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0de5db7e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0de5db7e8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0de5db7e8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0ca91f5cd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0ca91f5cd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de5db7e8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0de5db7e8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ca91f5cd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ca91f5cd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-P28LKWTzr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 vs GPU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Rosetta ML Bootcamp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dirty="0"/>
              <a:t>Ian Anderson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FB0BD8-58C2-2CB6-7343-D641D0BD1580}"/>
              </a:ext>
            </a:extLst>
          </p:cNvPr>
          <p:cNvSpPr txBox="1"/>
          <p:nvPr/>
        </p:nvSpPr>
        <p:spPr>
          <a:xfrm>
            <a:off x="5077752" y="483572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dirty="0"/>
              <a:t> Adapted from Nick Randolph’s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 descr="The Mythbusters, Adam Savage and Jamie Hyneman demonstrate the power of GPU computing." title="Mythbusters Demo GPU versus CPU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38" y="-272500"/>
            <a:ext cx="8945925" cy="5032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differences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Central Processing Unit (CPU)</a:t>
            </a:r>
            <a:endParaRPr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Backbone of computing since 1970s</a:t>
            </a:r>
            <a:br>
              <a:rPr lang="en"/>
            </a:br>
            <a:br>
              <a:rPr lang="en"/>
            </a:b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Graphics Processing Unit (GPU)</a:t>
            </a:r>
            <a:endParaRPr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Developed for visual rendering and computer graphics</a:t>
            </a:r>
            <a:br>
              <a:rPr lang="en"/>
            </a:b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differences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Central Processing Unit (CPU)</a:t>
            </a:r>
            <a:endParaRPr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Backbone of computing since 1970s</a:t>
            </a:r>
            <a:br>
              <a:rPr lang="en"/>
            </a:br>
            <a:br>
              <a:rPr lang="en"/>
            </a:b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Comprised of several complex cores (~10</a:t>
            </a:r>
            <a:r>
              <a:rPr lang="en" baseline="30000"/>
              <a:t>1</a:t>
            </a:r>
            <a:r>
              <a:rPr lang="en"/>
              <a:t>), each with memory for caching data for rapid access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Graphics Processing Unit (GPU)</a:t>
            </a:r>
            <a:endParaRPr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Developed for visual rendering and computer graphics</a:t>
            </a:r>
            <a:br>
              <a:rPr lang="en"/>
            </a:b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Comprised of many simple cores (~10</a:t>
            </a:r>
            <a:r>
              <a:rPr lang="en" baseline="30000"/>
              <a:t>3</a:t>
            </a:r>
            <a:r>
              <a:rPr lang="en"/>
              <a:t>) that share memory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differences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Central Processing Unit (CPU)</a:t>
            </a:r>
            <a:endParaRPr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Backbone of computing since 1970s</a:t>
            </a:r>
            <a:br>
              <a:rPr lang="en"/>
            </a:br>
            <a:br>
              <a:rPr lang="en"/>
            </a:b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Comprised of several complex cores (~10</a:t>
            </a:r>
            <a:r>
              <a:rPr lang="en" baseline="30000"/>
              <a:t>1</a:t>
            </a:r>
            <a:r>
              <a:rPr lang="en"/>
              <a:t>), each with memory for caching data for rapid access</a:t>
            </a:r>
            <a:br>
              <a:rPr lang="en"/>
            </a:b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Optimized for intractability, flexibility, and performing complex tasks sequentially with low latency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Graphics Processing Unit (GPU)</a:t>
            </a:r>
            <a:endParaRPr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Developed for visual rendering and computer graphics</a:t>
            </a:r>
            <a:br>
              <a:rPr lang="en"/>
            </a:b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Comprised of many simple cores (~10</a:t>
            </a:r>
            <a:r>
              <a:rPr lang="en" baseline="30000"/>
              <a:t>3</a:t>
            </a:r>
            <a:r>
              <a:rPr lang="en"/>
              <a:t>) that share memory</a:t>
            </a:r>
            <a:br>
              <a:rPr lang="en"/>
            </a:br>
            <a:br>
              <a:rPr lang="en"/>
            </a:b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Optimized for performing many simple, compute-intensive tasks all at once (in parallel) but comes at cost of higher latency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Visualizing CPUs and GPUs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r="47274"/>
          <a:stretch/>
        </p:blipFill>
        <p:spPr>
          <a:xfrm>
            <a:off x="178825" y="1017725"/>
            <a:ext cx="4632600" cy="32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3147000" y="4012900"/>
            <a:ext cx="285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ALU = arithmetic logic unit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2255700" y="4366625"/>
            <a:ext cx="463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DRAM = dynamic random-access memory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Visualizing CPUs and GPUs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25" y="1017725"/>
            <a:ext cx="8786350" cy="32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3147000" y="4012900"/>
            <a:ext cx="285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ALU = arithmetic logic unit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2255700" y="4366625"/>
            <a:ext cx="463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DRAM = dynamic random-access memory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4CDA-6099-017F-917A-B1C79F052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Wait... Apple is advertising 10 GPU Cores?</a:t>
            </a:r>
          </a:p>
        </p:txBody>
      </p:sp>
      <p:pic>
        <p:nvPicPr>
          <p:cNvPr id="1026" name="Picture 2" descr="Apple M3 10-Core GPU">
            <a:extLst>
              <a:ext uri="{FF2B5EF4-FFF2-40B4-BE49-F238E27FC236}">
                <a16:creationId xmlns:a16="http://schemas.microsoft.com/office/drawing/2014/main" id="{31BDB80A-992A-309E-3CC1-3DC1450D7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1937"/>
            <a:ext cx="9144000" cy="361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315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Hands-On Activity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239</Words>
  <Application>Microsoft Macintosh PowerPoint</Application>
  <PresentationFormat>On-screen Show (16:9)</PresentationFormat>
  <Paragraphs>33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CPU vs GPU</vt:lpstr>
      <vt:lpstr>PowerPoint Presentation</vt:lpstr>
      <vt:lpstr>High level differences</vt:lpstr>
      <vt:lpstr>High level differences</vt:lpstr>
      <vt:lpstr>High level differences</vt:lpstr>
      <vt:lpstr>Visualizing CPUs and GPUs</vt:lpstr>
      <vt:lpstr>Visualizing CPUs and GPUs</vt:lpstr>
      <vt:lpstr>Wait... Apple is advertising 10 GPU Cores?</vt:lpstr>
      <vt:lpstr>Hands-On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Ian Anderson</cp:lastModifiedBy>
  <cp:revision>1</cp:revision>
  <dcterms:modified xsi:type="dcterms:W3CDTF">2025-11-20T18:40:57Z</dcterms:modified>
</cp:coreProperties>
</file>